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32"/>
    <p:restoredTop sz="94591"/>
  </p:normalViewPr>
  <p:slideViewPr>
    <p:cSldViewPr snapToGrid="0">
      <p:cViewPr varScale="1">
        <p:scale>
          <a:sx n="104" d="100"/>
          <a:sy n="104" d="100"/>
        </p:scale>
        <p:origin x="208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5D4FC6-9FC4-044A-8693-70EC88414CCA}" type="datetimeFigureOut">
              <a:rPr lang="pt-BR" smtClean="0"/>
              <a:t>04/02/2025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61F990-A2FB-9D45-AFED-14F4961026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1059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61F990-A2FB-9D45-AFED-14F4961026BA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2748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9905A0-7919-5B68-1DE5-96FCB9266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504C9A-60F9-A918-A311-2A1CA5034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C77D33-3023-58D8-C0B2-1534698E7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203D7-374B-3441-A755-960A883E0550}" type="datetimeFigureOut">
              <a:rPr lang="pt-BR" smtClean="0"/>
              <a:t>04/02/2025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923067-087D-20AE-FC27-6FF9C4900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8A51A8-2183-6FED-4A7D-79F098F67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6E21-AFBA-2747-9908-E244FFDE38F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8913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A2AC8-F8F7-1D27-31CE-A3E24D64E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807ACF-AE78-F253-4D6F-9B717F0B3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6D924C-F531-69D8-F7BC-2B944D940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203D7-374B-3441-A755-960A883E0550}" type="datetimeFigureOut">
              <a:rPr lang="pt-BR" smtClean="0"/>
              <a:t>04/02/2025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821388-0466-9248-FED1-A4BE4CD9D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3655FE-6942-2720-852E-3A3C34F9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6E21-AFBA-2747-9908-E244FFDE38F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8871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A4648E-3878-BD8D-F729-BF46913CB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8415AF-85CB-800F-CFC9-133FB7301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BD849C-9063-3C8D-7A64-BEE814B2C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203D7-374B-3441-A755-960A883E0550}" type="datetimeFigureOut">
              <a:rPr lang="pt-BR" smtClean="0"/>
              <a:t>04/02/2025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D11F77-C971-42B4-B7EE-0AB262E10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2855AA-8008-D4AF-71FD-BB39ED553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6E21-AFBA-2747-9908-E244FFDE38F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5137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0AF572-D28F-0A57-36CE-598DFB8DE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B1A5DD-64D2-EBA7-03F2-77AB0ECC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E689E5E-4D5F-D98C-50AF-4BC95DAC6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2AC02F-57A0-69F3-2EE6-733CB8050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203D7-374B-3441-A755-960A883E0550}" type="datetimeFigureOut">
              <a:rPr lang="pt-BR" smtClean="0"/>
              <a:t>04/02/2025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C73A33-2827-ACF5-E7B3-A33969503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7CFFAE-72B6-BEE1-BE88-FB1B71D1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6E21-AFBA-2747-9908-E244FFDE38F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0179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00D42B-388C-CDC2-153C-3843E2DC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B41EAB-78A9-27CE-E6C0-1B8C5D703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B4C04D-F181-3335-9385-E27ABFB3E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D4E8568-0E20-AC19-D29B-E29184B518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B5C372-AE43-1074-8737-F74794F8BB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809E6FE-D279-7CAB-8B3A-F8148189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203D7-374B-3441-A755-960A883E0550}" type="datetimeFigureOut">
              <a:rPr lang="pt-BR" smtClean="0"/>
              <a:t>04/02/2025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1CBABB3-F66C-9727-5C6C-62A71272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1E3AEC3-1121-B665-8273-5456C103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6E21-AFBA-2747-9908-E244FFDE38F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7421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D81F9-D90C-CE35-C3CB-95185F884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68D0CAD-953F-8CF2-F3A5-09531F0AC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203D7-374B-3441-A755-960A883E0550}" type="datetimeFigureOut">
              <a:rPr lang="pt-BR" smtClean="0"/>
              <a:t>04/02/2025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41054D9-ED26-62CA-12AB-289D7C281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C004AE6-9496-18D4-CB5C-66B5DED77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6E21-AFBA-2747-9908-E244FFDE38F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0160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FDF79F-A47D-9C6F-36F8-86EAA5421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203D7-374B-3441-A755-960A883E0550}" type="datetimeFigureOut">
              <a:rPr lang="pt-BR" smtClean="0"/>
              <a:t>04/02/2025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504117D-6AC8-F440-356D-F48128AAF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373547-8990-7A3D-1633-C8123042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6E21-AFBA-2747-9908-E244FFDE38F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7942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7E208C-83C2-26F4-67DA-5528FCAE1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02AB62-AB5A-FF55-8BA4-78CAE6890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9B67662-136F-7CC3-7B15-30A891D90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2FD3D7-2B43-2A99-6BBC-172E42521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203D7-374B-3441-A755-960A883E0550}" type="datetimeFigureOut">
              <a:rPr lang="pt-BR" smtClean="0"/>
              <a:t>04/02/2025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5BF573-FC94-8B90-42D7-C33BD8F3E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E711CA-EB4C-B4B6-1EAC-F7B9248BB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6E21-AFBA-2747-9908-E244FFDE38F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8277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40F37-EBD6-A5CD-0B05-24E778F56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D4A8713-EE74-FA34-A14A-2614CF6147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CA8D27-BFA0-E8B6-E230-722FB80DC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61E1BB-9F02-7678-9618-2B4C8F0BA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203D7-374B-3441-A755-960A883E0550}" type="datetimeFigureOut">
              <a:rPr lang="pt-BR" smtClean="0"/>
              <a:t>04/02/2025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923067-3B6C-DBFA-3A0F-D8B848445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7978A1-2CEF-D5DC-67E0-911794F2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6E21-AFBA-2747-9908-E244FFDE38F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9786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A097F-A048-140D-3FBE-895B3ACC6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B6BAB65-0280-5C49-60E1-71C69AEC9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6140BB-2A4C-DF56-F107-EE987224B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203D7-374B-3441-A755-960A883E0550}" type="datetimeFigureOut">
              <a:rPr lang="pt-BR" smtClean="0"/>
              <a:t>04/02/2025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8EE486-5580-D2EF-E71F-613ACC7E0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F5870B-9558-7650-BC13-E8D12C3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6E21-AFBA-2747-9908-E244FFDE38F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3925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483257-ACDC-6F7E-EF21-81080621B0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AAA3002-6139-CDE8-635F-DDA4318AD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9B8B98-2811-1860-F1D2-D89B2F5EC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203D7-374B-3441-A755-960A883E0550}" type="datetimeFigureOut">
              <a:rPr lang="pt-BR" smtClean="0"/>
              <a:t>04/02/2025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0E03E9-F6CA-B076-0A08-2D5E8ACB7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90E433-8D42-BA98-78C8-8B8EC5488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6E21-AFBA-2747-9908-E244FFDE38F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8414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0AE27CB-F1BA-24B9-0A68-2AF98C095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3F5D5F-0C88-1AEA-3C55-8E72E7E1F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B44DAA-D063-277C-992E-CD856000FA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203D7-374B-3441-A755-960A883E0550}" type="datetimeFigureOut">
              <a:rPr lang="pt-BR" smtClean="0"/>
              <a:t>04/02/2025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F8AA78-B552-FB1F-F5B3-E73B9568D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7C21F0-134B-ED37-1A39-53E5BF4E0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C6E21-AFBA-2747-9908-E244FFDE38F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4566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B6267724-A906-5BE7-9CED-43C34E494D73}"/>
              </a:ext>
            </a:extLst>
          </p:cNvPr>
          <p:cNvSpPr txBox="1"/>
          <p:nvPr/>
        </p:nvSpPr>
        <p:spPr>
          <a:xfrm>
            <a:off x="107092" y="123566"/>
            <a:ext cx="12084908" cy="695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Se destacar na área de TI envolve construir uma marca pessoal forte, demonstrar suas habilidades e se conectar com a comunidade. Aqui estão algumas estratégias para fortalecer seu marketing pessoal:</a:t>
            </a:r>
          </a:p>
          <a:p>
            <a:endParaRPr lang="pt-BR" sz="1200" dirty="0">
              <a:solidFill>
                <a:schemeClr val="bg1"/>
              </a:solidFill>
            </a:endParaRPr>
          </a:p>
          <a:p>
            <a:r>
              <a:rPr lang="pt-BR" sz="1200" b="1" dirty="0">
                <a:solidFill>
                  <a:schemeClr val="bg1"/>
                </a:solidFill>
              </a:rPr>
              <a:t>1. Construa uma Presença Online Profissional</a:t>
            </a:r>
          </a:p>
          <a:p>
            <a:endParaRPr lang="pt-BR" sz="12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bg1"/>
                </a:solidFill>
              </a:rPr>
              <a:t>LinkedIn:</a:t>
            </a:r>
            <a:endParaRPr lang="pt-BR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Mantenha seu perfil atualizado com experiências, certificações e projetos.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Publique insights sobre tecnologia, desafios e soluções que você encontra no dia a dia.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Interaja com postagens e participe de grupos de TI.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bg1"/>
                </a:solidFill>
              </a:rPr>
              <a:t>GitHub/</a:t>
            </a:r>
            <a:r>
              <a:rPr lang="pt-BR" sz="1200" b="1" dirty="0" err="1">
                <a:solidFill>
                  <a:schemeClr val="bg1"/>
                </a:solidFill>
              </a:rPr>
              <a:t>GitLab</a:t>
            </a:r>
            <a:r>
              <a:rPr lang="pt-BR" sz="1200" b="1" dirty="0">
                <a:solidFill>
                  <a:schemeClr val="bg1"/>
                </a:solidFill>
              </a:rPr>
              <a:t>:</a:t>
            </a:r>
            <a:endParaRPr lang="pt-BR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Compartilhe projetos pessoais e contribuições para código aberto.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Escreva boas documentações para que outros entendam seu trabalho.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bg1"/>
                </a:solidFill>
              </a:rPr>
              <a:t>Portfólio Pessoal:</a:t>
            </a:r>
            <a:endParaRPr lang="pt-BR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Crie um site/blog para exibir seus projetos, artigos e conquistas.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Use plataformas como GitHub Pages, </a:t>
            </a:r>
            <a:r>
              <a:rPr lang="pt-BR" sz="1200" dirty="0" err="1">
                <a:solidFill>
                  <a:schemeClr val="bg1"/>
                </a:solidFill>
              </a:rPr>
              <a:t>Medium</a:t>
            </a:r>
            <a:r>
              <a:rPr lang="pt-BR" sz="1200" dirty="0">
                <a:solidFill>
                  <a:schemeClr val="bg1"/>
                </a:solidFill>
              </a:rPr>
              <a:t> ou um site próprio.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bg1"/>
              </a:solidFill>
            </a:endParaRPr>
          </a:p>
          <a:p>
            <a:r>
              <a:rPr lang="pt-BR" sz="1200" b="1" dirty="0">
                <a:solidFill>
                  <a:schemeClr val="bg1"/>
                </a:solidFill>
              </a:rPr>
              <a:t>2. Compartilhe Conhecimento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bg1"/>
                </a:solidFill>
              </a:rPr>
              <a:t>Escreva Artigos:</a:t>
            </a:r>
            <a:endParaRPr lang="pt-BR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Publique no </a:t>
            </a:r>
            <a:r>
              <a:rPr lang="pt-BR" sz="1200" dirty="0" err="1">
                <a:solidFill>
                  <a:schemeClr val="bg1"/>
                </a:solidFill>
              </a:rPr>
              <a:t>Medium</a:t>
            </a:r>
            <a:r>
              <a:rPr lang="pt-BR" sz="1200" dirty="0">
                <a:solidFill>
                  <a:schemeClr val="bg1"/>
                </a:solidFill>
              </a:rPr>
              <a:t>, </a:t>
            </a:r>
            <a:r>
              <a:rPr lang="pt-BR" sz="1200" dirty="0" err="1">
                <a:solidFill>
                  <a:schemeClr val="bg1"/>
                </a:solidFill>
              </a:rPr>
              <a:t>Dev.to</a:t>
            </a:r>
            <a:r>
              <a:rPr lang="pt-BR" sz="1200" dirty="0">
                <a:solidFill>
                  <a:schemeClr val="bg1"/>
                </a:solidFill>
              </a:rPr>
              <a:t> ou LinkedIn sobre tendências, tutoriais e estudos de caso.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Tópicos podem incluir Machine Learning, banco de dados, nuvem, automação, etc.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bg1"/>
                </a:solidFill>
              </a:rPr>
              <a:t>Crie Conteúdo no YouTube ou Podcasts:</a:t>
            </a:r>
            <a:endParaRPr lang="pt-BR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Grave vídeos curtos sobre conceitos de TI, resolução de problemas ou tutoriais.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Se preferir, participe de podcasts ou crie o seu próprio.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bg1"/>
                </a:solidFill>
              </a:rPr>
              <a:t>Dê Palestras e Webinars:</a:t>
            </a:r>
            <a:endParaRPr lang="pt-BR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Participe de eventos de tecnologia, </a:t>
            </a:r>
            <a:r>
              <a:rPr lang="pt-BR" sz="1200" dirty="0" err="1">
                <a:solidFill>
                  <a:schemeClr val="bg1"/>
                </a:solidFill>
              </a:rPr>
              <a:t>meetups</a:t>
            </a:r>
            <a:r>
              <a:rPr lang="pt-BR" sz="1200" dirty="0">
                <a:solidFill>
                  <a:schemeClr val="bg1"/>
                </a:solidFill>
              </a:rPr>
              <a:t> e conferências.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Ofereça workshops e treinamentos online ou presenciais.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bg1"/>
              </a:solidFill>
            </a:endParaRPr>
          </a:p>
          <a:p>
            <a:r>
              <a:rPr lang="pt-BR" sz="1200" b="1" dirty="0">
                <a:solidFill>
                  <a:schemeClr val="bg1"/>
                </a:solidFill>
              </a:rPr>
              <a:t>3. Networking Inteligente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bg1"/>
                </a:solidFill>
              </a:rPr>
              <a:t>Participe de Comunidades Técnicas:</a:t>
            </a:r>
            <a:endParaRPr lang="pt-BR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Engaje-se em fóruns como Stack Overflow, </a:t>
            </a:r>
            <a:r>
              <a:rPr lang="pt-BR" sz="1200" dirty="0" err="1">
                <a:solidFill>
                  <a:schemeClr val="bg1"/>
                </a:solidFill>
              </a:rPr>
              <a:t>Discord</a:t>
            </a:r>
            <a:r>
              <a:rPr lang="pt-BR" sz="1200" dirty="0">
                <a:solidFill>
                  <a:schemeClr val="bg1"/>
                </a:solidFill>
              </a:rPr>
              <a:t> e </a:t>
            </a:r>
            <a:r>
              <a:rPr lang="pt-BR" sz="1200" dirty="0" err="1">
                <a:solidFill>
                  <a:schemeClr val="bg1"/>
                </a:solidFill>
              </a:rPr>
              <a:t>Reddit</a:t>
            </a:r>
            <a:r>
              <a:rPr lang="pt-BR" sz="1200" dirty="0">
                <a:solidFill>
                  <a:schemeClr val="bg1"/>
                </a:solidFill>
              </a:rPr>
              <a:t> sobre sua especialidade.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Contribua com grupos no </a:t>
            </a:r>
            <a:r>
              <a:rPr lang="pt-BR" sz="1200" dirty="0" err="1">
                <a:solidFill>
                  <a:schemeClr val="bg1"/>
                </a:solidFill>
              </a:rPr>
              <a:t>Telegram</a:t>
            </a:r>
            <a:r>
              <a:rPr lang="pt-BR" sz="1200" dirty="0">
                <a:solidFill>
                  <a:schemeClr val="bg1"/>
                </a:solidFill>
              </a:rPr>
              <a:t> e WhatsApp de tecnologia.</a:t>
            </a:r>
          </a:p>
          <a:p>
            <a:pPr lvl="1"/>
            <a:endParaRPr lang="pt-BR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584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D4B5F-7160-E268-48B7-71F99D001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31D4930-3B78-0D70-1724-762AABD401F9}"/>
              </a:ext>
            </a:extLst>
          </p:cNvPr>
          <p:cNvSpPr txBox="1"/>
          <p:nvPr/>
        </p:nvSpPr>
        <p:spPr>
          <a:xfrm>
            <a:off x="231690" y="116800"/>
            <a:ext cx="1196031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bg1"/>
                </a:solidFill>
              </a:rPr>
              <a:t>Eventos e </a:t>
            </a:r>
            <a:r>
              <a:rPr lang="pt-BR" sz="1200" b="1" dirty="0" err="1">
                <a:solidFill>
                  <a:schemeClr val="bg1"/>
                </a:solidFill>
              </a:rPr>
              <a:t>Hackathons</a:t>
            </a:r>
            <a:r>
              <a:rPr lang="pt-BR" sz="1200" b="1" dirty="0">
                <a:solidFill>
                  <a:schemeClr val="bg1"/>
                </a:solidFill>
              </a:rPr>
              <a:t>:</a:t>
            </a:r>
            <a:endParaRPr lang="pt-BR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Participe de eventos como Campus </a:t>
            </a:r>
            <a:r>
              <a:rPr lang="pt-BR" sz="1200" dirty="0" err="1">
                <a:solidFill>
                  <a:schemeClr val="bg1"/>
                </a:solidFill>
              </a:rPr>
              <a:t>Party</a:t>
            </a:r>
            <a:r>
              <a:rPr lang="pt-BR" sz="1200" dirty="0">
                <a:solidFill>
                  <a:schemeClr val="bg1"/>
                </a:solidFill>
              </a:rPr>
              <a:t>, TDC e AWS </a:t>
            </a:r>
            <a:r>
              <a:rPr lang="pt-BR" sz="1200" dirty="0" err="1">
                <a:solidFill>
                  <a:schemeClr val="bg1"/>
                </a:solidFill>
              </a:rPr>
              <a:t>re:Invent</a:t>
            </a:r>
            <a:r>
              <a:rPr lang="pt-BR" sz="1200" dirty="0">
                <a:solidFill>
                  <a:schemeClr val="bg1"/>
                </a:solidFill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 err="1">
                <a:solidFill>
                  <a:schemeClr val="bg1"/>
                </a:solidFill>
              </a:rPr>
              <a:t>Hackathons</a:t>
            </a:r>
            <a:r>
              <a:rPr lang="pt-BR" sz="1200" dirty="0">
                <a:solidFill>
                  <a:schemeClr val="bg1"/>
                </a:solidFill>
              </a:rPr>
              <a:t> são ótimos para networking e aprendizado prático.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bg1"/>
                </a:solidFill>
              </a:rPr>
              <a:t>Mentoria e Colaboração:</a:t>
            </a:r>
            <a:endParaRPr lang="pt-BR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Ajude iniciantes da área, seja mentor e interaja com profissionais mais experientes.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Colabore com projetos open-</a:t>
            </a:r>
            <a:r>
              <a:rPr lang="pt-BR" sz="1200" dirty="0" err="1">
                <a:solidFill>
                  <a:schemeClr val="bg1"/>
                </a:solidFill>
              </a:rPr>
              <a:t>source</a:t>
            </a:r>
            <a:r>
              <a:rPr lang="pt-BR" sz="1200" dirty="0">
                <a:solidFill>
                  <a:schemeClr val="bg1"/>
                </a:solidFill>
              </a:rPr>
              <a:t> para ganhar visibilidade.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bg1"/>
              </a:solidFill>
            </a:endParaRPr>
          </a:p>
          <a:p>
            <a:r>
              <a:rPr lang="pt-BR" sz="1200" b="1" dirty="0">
                <a:solidFill>
                  <a:schemeClr val="bg1"/>
                </a:solidFill>
              </a:rPr>
              <a:t>4. Mantenha-se Atualizado e Certificado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bg1"/>
                </a:solidFill>
              </a:rPr>
              <a:t>Estude Sempre:</a:t>
            </a:r>
            <a:endParaRPr lang="pt-BR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Acompanhe tendências e novas tecnologias.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Siga blogs e canais do YouTube relevantes para sua área.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bg1"/>
                </a:solidFill>
              </a:rPr>
              <a:t>Certificações:</a:t>
            </a:r>
            <a:endParaRPr lang="pt-BR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Se deseja crescer na área de </a:t>
            </a:r>
            <a:r>
              <a:rPr lang="pt-BR" sz="1200" b="1" dirty="0">
                <a:solidFill>
                  <a:schemeClr val="bg1"/>
                </a:solidFill>
              </a:rPr>
              <a:t>Cloud e IA</a:t>
            </a:r>
            <a:r>
              <a:rPr lang="pt-BR" sz="1200" dirty="0">
                <a:solidFill>
                  <a:schemeClr val="bg1"/>
                </a:solidFill>
              </a:rPr>
              <a:t>, faça certificações como AWS </a:t>
            </a:r>
            <a:r>
              <a:rPr lang="pt-BR" sz="1200" dirty="0" err="1">
                <a:solidFill>
                  <a:schemeClr val="bg1"/>
                </a:solidFill>
              </a:rPr>
              <a:t>Certified</a:t>
            </a:r>
            <a:r>
              <a:rPr lang="pt-BR" sz="1200" dirty="0">
                <a:solidFill>
                  <a:schemeClr val="bg1"/>
                </a:solidFill>
              </a:rPr>
              <a:t> Machine Learning, Azure AI </a:t>
            </a:r>
            <a:r>
              <a:rPr lang="pt-BR" sz="1200" dirty="0" err="1">
                <a:solidFill>
                  <a:schemeClr val="bg1"/>
                </a:solidFill>
              </a:rPr>
              <a:t>Engineer</a:t>
            </a:r>
            <a:r>
              <a:rPr lang="pt-BR" sz="1200" dirty="0">
                <a:solidFill>
                  <a:schemeClr val="bg1"/>
                </a:solidFill>
              </a:rPr>
              <a:t> ou Google Professional ML </a:t>
            </a:r>
            <a:r>
              <a:rPr lang="pt-BR" sz="1200" dirty="0" err="1">
                <a:solidFill>
                  <a:schemeClr val="bg1"/>
                </a:solidFill>
              </a:rPr>
              <a:t>Engineer</a:t>
            </a:r>
            <a:r>
              <a:rPr lang="pt-BR" sz="1200" dirty="0">
                <a:solidFill>
                  <a:schemeClr val="bg1"/>
                </a:solidFill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Para </a:t>
            </a:r>
            <a:r>
              <a:rPr lang="pt-BR" sz="1200" b="1" dirty="0" err="1">
                <a:solidFill>
                  <a:schemeClr val="bg1"/>
                </a:solidFill>
              </a:rPr>
              <a:t>DevOps</a:t>
            </a:r>
            <a:r>
              <a:rPr lang="pt-BR" sz="1200" b="1" dirty="0">
                <a:solidFill>
                  <a:schemeClr val="bg1"/>
                </a:solidFill>
              </a:rPr>
              <a:t> e Desenvolvimento</a:t>
            </a:r>
            <a:r>
              <a:rPr lang="pt-BR" sz="1200" dirty="0">
                <a:solidFill>
                  <a:schemeClr val="bg1"/>
                </a:solidFill>
              </a:rPr>
              <a:t>, busque certificações como Docker </a:t>
            </a:r>
            <a:r>
              <a:rPr lang="pt-BR" sz="1200" dirty="0" err="1">
                <a:solidFill>
                  <a:schemeClr val="bg1"/>
                </a:solidFill>
              </a:rPr>
              <a:t>Certified</a:t>
            </a:r>
            <a:r>
              <a:rPr lang="pt-BR" sz="1200" dirty="0">
                <a:solidFill>
                  <a:schemeClr val="bg1"/>
                </a:solidFill>
              </a:rPr>
              <a:t> </a:t>
            </a:r>
            <a:r>
              <a:rPr lang="pt-BR" sz="1200" dirty="0" err="1">
                <a:solidFill>
                  <a:schemeClr val="bg1"/>
                </a:solidFill>
              </a:rPr>
              <a:t>Associate</a:t>
            </a:r>
            <a:r>
              <a:rPr lang="pt-BR" sz="1200" dirty="0">
                <a:solidFill>
                  <a:schemeClr val="bg1"/>
                </a:solidFill>
              </a:rPr>
              <a:t>, </a:t>
            </a:r>
            <a:r>
              <a:rPr lang="pt-BR" sz="1200" dirty="0" err="1">
                <a:solidFill>
                  <a:schemeClr val="bg1"/>
                </a:solidFill>
              </a:rPr>
              <a:t>Kubernetes</a:t>
            </a:r>
            <a:r>
              <a:rPr lang="pt-BR" sz="1200" dirty="0">
                <a:solidFill>
                  <a:schemeClr val="bg1"/>
                </a:solidFill>
              </a:rPr>
              <a:t>, e AWS </a:t>
            </a:r>
            <a:r>
              <a:rPr lang="pt-BR" sz="1200" dirty="0" err="1">
                <a:solidFill>
                  <a:schemeClr val="bg1"/>
                </a:solidFill>
              </a:rPr>
              <a:t>Solutions</a:t>
            </a:r>
            <a:r>
              <a:rPr lang="pt-BR" sz="1200" dirty="0">
                <a:solidFill>
                  <a:schemeClr val="bg1"/>
                </a:solidFill>
              </a:rPr>
              <a:t> Architect.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bg1"/>
              </a:solidFill>
            </a:endParaRPr>
          </a:p>
          <a:p>
            <a:r>
              <a:rPr lang="pt-BR" sz="1200" b="1" dirty="0">
                <a:solidFill>
                  <a:schemeClr val="bg1"/>
                </a:solidFill>
              </a:rPr>
              <a:t>5. Personal Branding e Diferencial Competitivo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bg1"/>
                </a:solidFill>
              </a:rPr>
              <a:t>Seja Autêntico:</a:t>
            </a:r>
            <a:endParaRPr lang="pt-BR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Defina seu nicho (</a:t>
            </a:r>
            <a:r>
              <a:rPr lang="pt-BR" sz="1200" dirty="0" err="1">
                <a:solidFill>
                  <a:schemeClr val="bg1"/>
                </a:solidFill>
              </a:rPr>
              <a:t>ex</a:t>
            </a:r>
            <a:r>
              <a:rPr lang="pt-BR" sz="1200" dirty="0">
                <a:solidFill>
                  <a:schemeClr val="bg1"/>
                </a:solidFill>
              </a:rPr>
              <a:t>: Machine Learning, </a:t>
            </a:r>
            <a:r>
              <a:rPr lang="pt-BR" sz="1200" dirty="0" err="1">
                <a:solidFill>
                  <a:schemeClr val="bg1"/>
                </a:solidFill>
              </a:rPr>
              <a:t>DevOps</a:t>
            </a:r>
            <a:r>
              <a:rPr lang="pt-BR" sz="1200" dirty="0">
                <a:solidFill>
                  <a:schemeClr val="bg1"/>
                </a:solidFill>
              </a:rPr>
              <a:t>, </a:t>
            </a:r>
            <a:r>
              <a:rPr lang="pt-BR" sz="1200" dirty="0" err="1">
                <a:solidFill>
                  <a:schemeClr val="bg1"/>
                </a:solidFill>
              </a:rPr>
              <a:t>Backend</a:t>
            </a:r>
            <a:r>
              <a:rPr lang="pt-BR" sz="1200" dirty="0">
                <a:solidFill>
                  <a:schemeClr val="bg1"/>
                </a:solidFill>
              </a:rPr>
              <a:t>, Cloud).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Construa uma identidade única e uma narrativa para sua carreira.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bg1"/>
                </a:solidFill>
              </a:rPr>
              <a:t>Demonstre Resultados:</a:t>
            </a:r>
            <a:endParaRPr lang="pt-BR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Compartilhe cases de sucesso e conquistas, como otimizações que você fez ou problemas resolvidos.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Use </a:t>
            </a:r>
            <a:r>
              <a:rPr lang="pt-BR" sz="1200" dirty="0" err="1">
                <a:solidFill>
                  <a:schemeClr val="bg1"/>
                </a:solidFill>
              </a:rPr>
              <a:t>storytelling</a:t>
            </a:r>
            <a:r>
              <a:rPr lang="pt-BR" sz="1200" dirty="0">
                <a:solidFill>
                  <a:schemeClr val="bg1"/>
                </a:solidFill>
              </a:rPr>
              <a:t> para tornar seu trabalho mais interessante.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bg1"/>
                </a:solidFill>
              </a:rPr>
              <a:t>Crie sua Marca Pessoal:</a:t>
            </a:r>
            <a:endParaRPr lang="pt-BR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Escolha um tema forte para se destacar, como "Especialista em IA na AWS" ou "Arquiteto de Soluções Cloud".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Torne-se referência ao produzir conteúdo sobre o tema.</a:t>
            </a:r>
          </a:p>
        </p:txBody>
      </p:sp>
    </p:spTree>
    <p:extLst>
      <p:ext uri="{BB962C8B-B14F-4D97-AF65-F5344CB8AC3E}">
        <p14:creationId xmlns:p14="http://schemas.microsoft.com/office/powerpoint/2010/main" val="32282472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490</Words>
  <Application>Microsoft Macintosh PowerPoint</Application>
  <PresentationFormat>Widescreen</PresentationFormat>
  <Paragraphs>67</Paragraphs>
  <Slides>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Santana Viana</dc:creator>
  <cp:lastModifiedBy>Marcos Santana Viana</cp:lastModifiedBy>
  <cp:revision>5</cp:revision>
  <dcterms:created xsi:type="dcterms:W3CDTF">2025-02-04T12:51:56Z</dcterms:created>
  <dcterms:modified xsi:type="dcterms:W3CDTF">2025-02-04T16:58:53Z</dcterms:modified>
</cp:coreProperties>
</file>